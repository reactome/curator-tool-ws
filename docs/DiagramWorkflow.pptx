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/>
    <p:restoredTop sz="94663"/>
  </p:normalViewPr>
  <p:slideViewPr>
    <p:cSldViewPr snapToGrid="0">
      <p:cViewPr varScale="1">
        <p:scale>
          <a:sx n="174" d="100"/>
          <a:sy n="174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8835D-683B-1C42-BD9B-08F9E6A845AC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168BD-8FF3-CD41-847D-42B332471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9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B168BD-8FF3-CD41-847D-42B332471C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5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455DE-5E1F-B21E-2E12-0744BAD54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0F98E-A70E-8750-B2D9-5E6112A67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93B5B-8905-94CB-12CD-C06794B44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2D445-7CF2-2584-DAC6-D7B30D0E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F33F9-B200-C85B-2816-DA38BA7C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2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6D11-38ED-5E44-0FAC-27E4A88D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B4EE3-8CA0-62E3-ACAC-A38DD0D8E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2C350-849D-04EA-8C41-75F1B6C0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0B528-3E77-4D21-A4EC-F90B831E9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705E-0855-E064-95C4-BAE9A9473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6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C5FD9-D7FB-C091-7F8B-2800F78A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52B1B-B68B-ABB1-2A0A-183F2B8CA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9F609-DCF3-DB6E-C05B-7487E777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8AE09-087A-F8ED-00B1-2F355128A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84D87-54C2-CDC4-C9D0-94072594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67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37E9-D1E0-198C-75A6-29D25DBCB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BDE8E-DF0B-9C8C-3AC2-8A90010AF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1BE2A-A4AA-F99F-FEB0-93FDC1EB1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9391C-9F5B-14D2-BE03-0DB71E19F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C9638-8772-2B11-9A1D-6D838C21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10652-E40B-BB0A-76F2-BBAB937F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5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3C0D0-85C4-3B3F-DC48-829143BC6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B43AD-8674-34D6-4FA8-771884FE2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2DB42-47AE-E3FB-DAE9-9C37BA673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E32095-C56D-3233-0297-62BF03DED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4F71D-FE13-6C8F-89D5-690185B55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666C8-A180-FB9C-0262-AB693687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F95E9A-F021-A01A-6B43-D94B889D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674639-9CD5-068F-C76D-60A87A16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94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7CEFF-E0F0-A2AF-178B-F6B4F8B3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1D31E-4FA5-443D-EA5F-CE3380A9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13389-3C3E-43A8-C89F-CF1A77EDF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5A27B-FBB4-C820-0288-505B9436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88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5C5A33-89F6-C7C4-9AA0-7A06079A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06446-E921-CFDE-1F2F-09663394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40D92-C5AF-1A6B-E669-22B3507F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6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D2C9-D3B1-3FFF-C324-A425BA9DB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2431D-8F52-A94C-6304-532F6DC4D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2D985-EEC0-2DF2-1360-54B032AB3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B1567-AD10-5AA2-B5AC-BE795F5F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96DF3-A820-4109-6BE0-73B048D1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9D103-B209-067C-5AFF-24919EFA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4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5700-0A33-C8EA-998B-5920497F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6C14DF-B2A8-1EB3-23A4-0A4B0BFE6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2AFD8-9876-A6E4-F55C-AFA00A63A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73F99-0B34-06B3-9636-C7A09815C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C778E-72EB-376B-5EDA-12961D67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6CF3B-F83A-B07A-61A0-61F3D505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4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6D2E-25A5-2356-149E-801A8A2A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D848A-A439-8C7D-93D9-D69BA2D8B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30D5C-EEC6-6F01-00A8-EC2A7B646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F6819-6BBA-7DED-4CD5-DCC36B12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BE590-91CD-42A9-0983-0D2D7970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6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F40FB-ABC5-9D9A-A4BF-CD6EF22F7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0F2E4-AEBE-60E9-F0AA-DC3F9FCB3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4AEF3-F134-4B86-E512-6C94E4E0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AB364-71FE-EE10-F8B0-0E227F4E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AB45-0817-6D93-F455-EC488927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82588-9F5C-CA6A-641A-9F64E57F0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91922-B51A-29AE-7473-E71794B1A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F6861-C5E8-5E0F-4112-D6C0AB2BE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FF423-C1EC-6549-8A1B-EF176AB498F6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D7B2B-8857-0A65-A17E-63EC763ED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88D70-B040-250C-4DB3-78AA88FEF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5B29B-8172-DF42-B99D-8B75C6C30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D33DF8-563E-4EDB-1C8A-385F290F991A}"/>
              </a:ext>
            </a:extLst>
          </p:cNvPr>
          <p:cNvSpPr/>
          <p:nvPr/>
        </p:nvSpPr>
        <p:spPr>
          <a:xfrm>
            <a:off x="5462335" y="3818020"/>
            <a:ext cx="1371600" cy="368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PathwayDiagram</a:t>
            </a:r>
            <a:r>
              <a:rPr lang="en-US" sz="1200" dirty="0"/>
              <a:t> JSON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88E45E5-A51C-4AFC-D545-771D4BDC14CC}"/>
              </a:ext>
            </a:extLst>
          </p:cNvPr>
          <p:cNvSpPr/>
          <p:nvPr/>
        </p:nvSpPr>
        <p:spPr>
          <a:xfrm>
            <a:off x="1620252" y="3156285"/>
            <a:ext cx="1371600" cy="368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PathwayDiagram</a:t>
            </a:r>
            <a:r>
              <a:rPr lang="en-US" sz="1200" dirty="0"/>
              <a:t> XML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337A8E-FB8D-17F9-F631-8483BD3D59E1}"/>
              </a:ext>
            </a:extLst>
          </p:cNvPr>
          <p:cNvSpPr/>
          <p:nvPr/>
        </p:nvSpPr>
        <p:spPr>
          <a:xfrm>
            <a:off x="4331368" y="2241884"/>
            <a:ext cx="1371600" cy="368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Pathway JSON (diagram)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ED006CB-1C4D-1C0C-06D6-55160703D8E5}"/>
              </a:ext>
            </a:extLst>
          </p:cNvPr>
          <p:cNvSpPr/>
          <p:nvPr/>
        </p:nvSpPr>
        <p:spPr>
          <a:xfrm>
            <a:off x="9577135" y="3252538"/>
            <a:ext cx="1371600" cy="368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Cytoscape</a:t>
            </a:r>
            <a:r>
              <a:rPr lang="en-US" sz="1200" dirty="0"/>
              <a:t> View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C414BC5-9426-5E69-3A7F-DBF9A7474A82}"/>
              </a:ext>
            </a:extLst>
          </p:cNvPr>
          <p:cNvSpPr/>
          <p:nvPr/>
        </p:nvSpPr>
        <p:spPr>
          <a:xfrm>
            <a:off x="6833935" y="2241884"/>
            <a:ext cx="1371600" cy="368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Pathway JSON (</a:t>
            </a:r>
            <a:r>
              <a:rPr lang="en-US" sz="1200" dirty="0" err="1"/>
              <a:t>cytoscape</a:t>
            </a:r>
            <a:r>
              <a:rPr lang="en-US" sz="1200" dirty="0"/>
              <a:t>)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13870188-8C68-A98C-8DC3-24D76D644D45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2991852" y="3340769"/>
            <a:ext cx="2470483" cy="661735"/>
          </a:xfrm>
          <a:prstGeom prst="bentConnector3">
            <a:avLst>
              <a:gd name="adj1" fmla="val 3896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903316AC-F800-7617-7936-CDF82CCBE7B2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2991852" y="2426368"/>
            <a:ext cx="1339516" cy="914401"/>
          </a:xfrm>
          <a:prstGeom prst="bentConnector3">
            <a:avLst>
              <a:gd name="adj1" fmla="val 721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AB22EE02-F0AD-B7F4-1FE7-8E69505A2D8C}"/>
              </a:ext>
            </a:extLst>
          </p:cNvPr>
          <p:cNvCxnSpPr>
            <a:stCxn id="6" idx="3"/>
            <a:endCxn id="9" idx="2"/>
          </p:cNvCxnSpPr>
          <p:nvPr/>
        </p:nvCxnSpPr>
        <p:spPr>
          <a:xfrm flipV="1">
            <a:off x="6833935" y="3621506"/>
            <a:ext cx="3429000" cy="3809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1422374-A9BF-1663-F1EF-7471734A634A}"/>
              </a:ext>
            </a:extLst>
          </p:cNvPr>
          <p:cNvSpPr txBox="1"/>
          <p:nvPr/>
        </p:nvSpPr>
        <p:spPr>
          <a:xfrm>
            <a:off x="10245366" y="3713474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edit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57134746-6D7B-0804-957A-FE959445E4A5}"/>
              </a:ext>
            </a:extLst>
          </p:cNvPr>
          <p:cNvCxnSpPr>
            <a:stCxn id="8" idx="0"/>
            <a:endCxn id="9" idx="0"/>
          </p:cNvCxnSpPr>
          <p:nvPr/>
        </p:nvCxnSpPr>
        <p:spPr>
          <a:xfrm rot="16200000" flipH="1">
            <a:off x="7134724" y="124328"/>
            <a:ext cx="1010654" cy="5245767"/>
          </a:xfrm>
          <a:prstGeom prst="bentConnector3">
            <a:avLst>
              <a:gd name="adj1" fmla="val -226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C2E9004-FDEF-6BCD-2011-C46C19756A01}"/>
              </a:ext>
            </a:extLst>
          </p:cNvPr>
          <p:cNvSpPr txBox="1"/>
          <p:nvPr/>
        </p:nvSpPr>
        <p:spPr>
          <a:xfrm>
            <a:off x="10245366" y="2931423"/>
            <a:ext cx="482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view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89F5B673-0E71-F291-EAA3-446F0BA0E84C}"/>
              </a:ext>
            </a:extLst>
          </p:cNvPr>
          <p:cNvCxnSpPr>
            <a:cxnSpLocks/>
            <a:stCxn id="10" idx="3"/>
            <a:endCxn id="9" idx="0"/>
          </p:cNvCxnSpPr>
          <p:nvPr/>
        </p:nvCxnSpPr>
        <p:spPr>
          <a:xfrm>
            <a:off x="8205535" y="2426368"/>
            <a:ext cx="2057400" cy="8261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4D13872-2D2A-CCC9-D379-4365E5C4D490}"/>
              </a:ext>
            </a:extLst>
          </p:cNvPr>
          <p:cNvSpPr txBox="1"/>
          <p:nvPr/>
        </p:nvSpPr>
        <p:spPr>
          <a:xfrm>
            <a:off x="8660807" y="219022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Use </a:t>
            </a:r>
            <a:r>
              <a:rPr lang="en-US" sz="1200" dirty="0" err="1"/>
              <a:t>Cytoscape.js</a:t>
            </a:r>
            <a:r>
              <a:rPr lang="en-US" sz="1200" dirty="0"/>
              <a:t> </a:t>
            </a:r>
            <a:r>
              <a:rPr lang="en-US" sz="1200" dirty="0" err="1"/>
              <a:t>json</a:t>
            </a:r>
            <a:r>
              <a:rPr lang="en-US" sz="1200" dirty="0"/>
              <a:t> if exists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A5E4D47-DC4E-29A4-E63E-BF3FF22907AB}"/>
              </a:ext>
            </a:extLst>
          </p:cNvPr>
          <p:cNvCxnSpPr>
            <a:stCxn id="9" idx="1"/>
            <a:endCxn id="6" idx="0"/>
          </p:cNvCxnSpPr>
          <p:nvPr/>
        </p:nvCxnSpPr>
        <p:spPr>
          <a:xfrm rot="10800000" flipV="1">
            <a:off x="6148135" y="3437022"/>
            <a:ext cx="3429000" cy="3809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EBA23C1-0C68-EB2E-A40C-B0CF8E47F4E7}"/>
              </a:ext>
            </a:extLst>
          </p:cNvPr>
          <p:cNvSpPr txBox="1"/>
          <p:nvPr/>
        </p:nvSpPr>
        <p:spPr>
          <a:xfrm>
            <a:off x="8943325" y="3156285"/>
            <a:ext cx="651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upload</a:t>
            </a: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3C961496-7743-E783-38D0-7A99EB669411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6148134" y="2610852"/>
            <a:ext cx="1371601" cy="8221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FDB5E9B-20F0-9A10-38C9-5E5CF6B44FF6}"/>
              </a:ext>
            </a:extLst>
          </p:cNvPr>
          <p:cNvSpPr txBox="1"/>
          <p:nvPr/>
        </p:nvSpPr>
        <p:spPr>
          <a:xfrm>
            <a:off x="3082314" y="3083823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import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32897B-D817-A57B-A031-9E1C2B6FD571}"/>
              </a:ext>
            </a:extLst>
          </p:cNvPr>
          <p:cNvSpPr/>
          <p:nvPr/>
        </p:nvSpPr>
        <p:spPr>
          <a:xfrm>
            <a:off x="3707806" y="1727518"/>
            <a:ext cx="4922847" cy="2719137"/>
          </a:xfrm>
          <a:prstGeom prst="rect">
            <a:avLst/>
          </a:prstGeom>
          <a:solidFill>
            <a:schemeClr val="accent1">
              <a:alpha val="770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B50A3C-94B7-1A9E-9219-BB30FD3BFC71}"/>
              </a:ext>
            </a:extLst>
          </p:cNvPr>
          <p:cNvSpPr/>
          <p:nvPr/>
        </p:nvSpPr>
        <p:spPr>
          <a:xfrm>
            <a:off x="8630653" y="1724526"/>
            <a:ext cx="2470483" cy="2719137"/>
          </a:xfrm>
          <a:prstGeom prst="rect">
            <a:avLst/>
          </a:prstGeom>
          <a:solidFill>
            <a:schemeClr val="accent1">
              <a:alpha val="770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743DE64-0C95-0680-FD21-E50CE219FCE3}"/>
              </a:ext>
            </a:extLst>
          </p:cNvPr>
          <p:cNvSpPr/>
          <p:nvPr/>
        </p:nvSpPr>
        <p:spPr>
          <a:xfrm>
            <a:off x="1454973" y="1724526"/>
            <a:ext cx="2249810" cy="2719137"/>
          </a:xfrm>
          <a:prstGeom prst="rect">
            <a:avLst/>
          </a:prstGeom>
          <a:solidFill>
            <a:schemeClr val="accent1">
              <a:alpha val="770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DFCC1F-9BBA-93F4-471C-D735FA2B391D}"/>
              </a:ext>
            </a:extLst>
          </p:cNvPr>
          <p:cNvSpPr txBox="1"/>
          <p:nvPr/>
        </p:nvSpPr>
        <p:spPr>
          <a:xfrm>
            <a:off x="5139844" y="4459800"/>
            <a:ext cx="205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curator-tool </a:t>
            </a:r>
            <a:r>
              <a:rPr lang="en-US" dirty="0" err="1"/>
              <a:t>ws</a:t>
            </a:r>
            <a:r>
              <a:rPr lang="en-US" dirty="0"/>
              <a:t> API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EBF27C-0FF3-292C-266F-655D8FA7B943}"/>
              </a:ext>
            </a:extLst>
          </p:cNvPr>
          <p:cNvSpPr txBox="1"/>
          <p:nvPr/>
        </p:nvSpPr>
        <p:spPr>
          <a:xfrm>
            <a:off x="8905534" y="4459800"/>
            <a:ext cx="192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Angular front-end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3DEBB1-54EA-48D7-4594-19E1CC1E0AAD}"/>
              </a:ext>
            </a:extLst>
          </p:cNvPr>
          <p:cNvSpPr txBox="1"/>
          <p:nvPr/>
        </p:nvSpPr>
        <p:spPr>
          <a:xfrm>
            <a:off x="1886355" y="4465934"/>
            <a:ext cx="1387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pre-process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EB0634-9B04-6AF3-DB58-AC72B5721777}"/>
              </a:ext>
            </a:extLst>
          </p:cNvPr>
          <p:cNvSpPr txBox="1"/>
          <p:nvPr/>
        </p:nvSpPr>
        <p:spPr>
          <a:xfrm>
            <a:off x="6096000" y="2987388"/>
            <a:ext cx="1339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process </a:t>
            </a:r>
            <a:r>
              <a:rPr lang="en-US" sz="1200" dirty="0" err="1"/>
              <a:t>cytoscape.js</a:t>
            </a:r>
            <a:r>
              <a:rPr lang="en-US" sz="1200" dirty="0"/>
              <a:t> </a:t>
            </a:r>
            <a:r>
              <a:rPr lang="en-US" sz="1200" dirty="0" err="1"/>
              <a:t>json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62663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39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Guanming Wu</dc:creator>
  <cp:lastModifiedBy>Guanming Wu</cp:lastModifiedBy>
  <cp:revision>10</cp:revision>
  <dcterms:created xsi:type="dcterms:W3CDTF">2025-10-28T16:53:10Z</dcterms:created>
  <dcterms:modified xsi:type="dcterms:W3CDTF">2025-10-28T17:20:20Z</dcterms:modified>
</cp:coreProperties>
</file>