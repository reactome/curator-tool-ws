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282"/>
    <p:restoredTop sz="94651"/>
  </p:normalViewPr>
  <p:slideViewPr>
    <p:cSldViewPr snapToGrid="0">
      <p:cViewPr varScale="1">
        <p:scale>
          <a:sx n="142" d="100"/>
          <a:sy n="142" d="100"/>
        </p:scale>
        <p:origin x="200" y="4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FE8835D-683B-1C42-BD9B-08F9E6A845AC}" type="datetimeFigureOut">
              <a:rPr lang="en-US" smtClean="0"/>
              <a:t>5/18/26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9B168BD-8FF3-CD41-847D-42B332471C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089570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B168BD-8FF3-CD41-847D-42B332471C74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475647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2455DE-5E1F-B21E-2E12-0744BAD5448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E20F98E-A70E-8750-B2D9-5E6112A67CB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EE93B5B-8905-94CB-12CD-C06794B440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FFF423-C1EC-6549-8A1B-EF176AB498F6}" type="datetimeFigureOut">
              <a:rPr lang="en-US" smtClean="0"/>
              <a:t>5/18/26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8F2D445-7CF2-2584-DAC6-D7B30D0EF1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9BF33F9-B200-C85B-2816-DA38BA7C00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25B29B-8172-DF42-B99D-8B75C6C307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47292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0F6D11-38ED-5E44-0FAC-27E4A88DFE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AB4EE3-8CA0-62E3-ACAC-A38DD0D8E3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E2C350-849D-04EA-8C41-75F1B6C075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FFF423-C1EC-6549-8A1B-EF176AB498F6}" type="datetimeFigureOut">
              <a:rPr lang="en-US" smtClean="0"/>
              <a:t>5/18/26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60B528-3E77-4D21-A4EC-F90B831E93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67705E-0855-E064-95C4-BAE9A94730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25B29B-8172-DF42-B99D-8B75C6C307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576182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EC5FD9-D7FB-C091-7F8B-2800F78AE9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9552B1B-B68B-ABB1-2A0A-183F2B8CAA7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09F609-DCF3-DB6E-C05B-7487E7775F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FFF423-C1EC-6549-8A1B-EF176AB498F6}" type="datetimeFigureOut">
              <a:rPr lang="en-US" smtClean="0"/>
              <a:t>5/18/26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718AE09-087A-F8ED-00B1-2F355128A8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384D87-54C2-CDC4-C9D0-9407259404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25B29B-8172-DF42-B99D-8B75C6C307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16673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6B37E9-D1E0-198C-75A6-29D25DBCB6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9BDE8E-DF0B-9C8C-3AC2-8A90010AF22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531BE2A-A4AA-F99F-FEB0-93FDC1EB1D0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9A9391C-9F5B-14D2-BE03-0DB71E19F7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FFF423-C1EC-6549-8A1B-EF176AB498F6}" type="datetimeFigureOut">
              <a:rPr lang="en-US" smtClean="0"/>
              <a:t>5/18/26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12C9638-8772-2B11-9A1D-6D838C21BF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1F10652-E40B-BB0A-76F2-BBAB937F52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25B29B-8172-DF42-B99D-8B75C6C307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67572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73C0D0-85C4-3B3F-DC48-829143BC69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60B43AD-8674-34D6-4FA8-771884FE2D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332DB42-47AE-E3FB-DAE9-9C37BA673E8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7E32095-C56D-3233-0297-62BF03DEDA5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1B4F71D-FE13-6C8F-89D5-690185B55AA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AC666C8-A180-FB9C-0262-AB69368720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FFF423-C1EC-6549-8A1B-EF176AB498F6}" type="datetimeFigureOut">
              <a:rPr lang="en-US" smtClean="0"/>
              <a:t>5/18/26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EF95E9A-F021-A01A-6B43-D94B889D1E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7674639-9CD5-068F-C76D-60A87A16E2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25B29B-8172-DF42-B99D-8B75C6C307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83943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B7CEFF-E0F0-A2AF-178B-F6B4F8B376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C21D31E-4FA5-443D-EA5F-CE3380A951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FFF423-C1EC-6549-8A1B-EF176AB498F6}" type="datetimeFigureOut">
              <a:rPr lang="en-US" smtClean="0"/>
              <a:t>5/18/26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AF13389-3C3E-43A8-C89F-CF1A77EDF3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0E5A27B-FBB4-C820-0288-505B94363D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25B29B-8172-DF42-B99D-8B75C6C307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898896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E5C5A33-89F6-C7C4-9AA0-7A06079A96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FFF423-C1EC-6549-8A1B-EF176AB498F6}" type="datetimeFigureOut">
              <a:rPr lang="en-US" smtClean="0"/>
              <a:t>5/18/26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AC06446-E921-CFDE-1F2F-0966339438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A40D92-C5AF-1A6B-E669-22B3507FF8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25B29B-8172-DF42-B99D-8B75C6C307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97616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BFD2C9-D3B1-3FFF-C324-A425BA9DBF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B2431D-8F52-A94C-6304-532F6DC4D3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1B2D985-EEC0-2DF2-1360-54B032AB31F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CCB1567-AD10-5AA2-B5AC-BE795F5FBB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FFF423-C1EC-6549-8A1B-EF176AB498F6}" type="datetimeFigureOut">
              <a:rPr lang="en-US" smtClean="0"/>
              <a:t>5/18/26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EF96DF3-A820-4109-6BE0-73B048D163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BF9D103-B209-067C-5AFF-24919EFABF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25B29B-8172-DF42-B99D-8B75C6C307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48414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3B5700-0A33-C8EA-998B-5920497FEF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56C14DF-B2A8-1EB3-23A4-0A4B0BFE6AB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AD2AFD8-9876-A6E4-F55C-AFA00A63A54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D373F99-0B34-06B3-9636-C7A09815CB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FFF423-C1EC-6549-8A1B-EF176AB498F6}" type="datetimeFigureOut">
              <a:rPr lang="en-US" smtClean="0"/>
              <a:t>5/18/26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FFC778E-72EB-376B-5EDA-12961D6720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F86CF3B-F83A-B07A-61A0-61F3D505CA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25B29B-8172-DF42-B99D-8B75C6C307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74419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7C6D2E-25A5-2356-149E-801A8A2A12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3DD848A-A439-8C7D-93D9-D69BA2D8B31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7230D5C-EEC6-6F01-00A8-EC2A7B6462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FFF423-C1EC-6549-8A1B-EF176AB498F6}" type="datetimeFigureOut">
              <a:rPr lang="en-US" smtClean="0"/>
              <a:t>5/18/26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DF6819-6BBA-7DED-4CD5-DCC36B122A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3BE590-91CD-42A9-0983-0D2D7970DB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25B29B-8172-DF42-B99D-8B75C6C307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47660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46F40FB-ABC5-9D9A-A4BF-CD6EF22F714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1E0F2E4-AEBE-60E9-F0AA-DC3F9FCB3A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54AEF3-F134-4B86-E512-6C94E4E04E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FFF423-C1EC-6549-8A1B-EF176AB498F6}" type="datetimeFigureOut">
              <a:rPr lang="en-US" smtClean="0"/>
              <a:t>5/18/26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EAB364-71FE-EE10-F8B0-0E227F4ED6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93AB45-0817-6D93-F455-EC48892715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25B29B-8172-DF42-B99D-8B75C6C307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72376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2E82588-9F5C-CA6A-641A-9F64E57F0D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B691922-B51A-29AE-7473-E71794B1A0C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88F6861-C5E8-5E0F-4112-D6C0AB2BE17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2FFF423-C1EC-6549-8A1B-EF176AB498F6}" type="datetimeFigureOut">
              <a:rPr lang="en-US" smtClean="0"/>
              <a:t>5/18/26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34D7B2B-8857-0A65-A17E-63EC763ED4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A88D70-B040-250C-4DB3-78AA88FEF10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025B29B-8172-DF42-B99D-8B75C6C307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6004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29D33DF8-563E-4EDB-1C8A-385F290F991A}"/>
              </a:ext>
            </a:extLst>
          </p:cNvPr>
          <p:cNvSpPr/>
          <p:nvPr/>
        </p:nvSpPr>
        <p:spPr>
          <a:xfrm>
            <a:off x="5211324" y="2697432"/>
            <a:ext cx="1371600" cy="36896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PathwayDiagram</a:t>
            </a:r>
            <a:r>
              <a:rPr lang="en-US" sz="1200" dirty="0"/>
              <a:t> JSON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188E45E5-A51C-4AFC-D545-771D4BDC14CC}"/>
              </a:ext>
            </a:extLst>
          </p:cNvPr>
          <p:cNvSpPr/>
          <p:nvPr/>
        </p:nvSpPr>
        <p:spPr>
          <a:xfrm>
            <a:off x="1369241" y="2035697"/>
            <a:ext cx="1371600" cy="36896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PathwayDiagram</a:t>
            </a:r>
            <a:r>
              <a:rPr lang="en-US" sz="1200" dirty="0"/>
              <a:t> XML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2B337A8E-FB8D-17F9-F631-8483BD3D59E1}"/>
              </a:ext>
            </a:extLst>
          </p:cNvPr>
          <p:cNvSpPr/>
          <p:nvPr/>
        </p:nvSpPr>
        <p:spPr>
          <a:xfrm>
            <a:off x="4080357" y="1121296"/>
            <a:ext cx="1371600" cy="36896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Pathway JSON (diagram)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AED006CB-1C4D-1C0C-06D6-55160703D8E5}"/>
              </a:ext>
            </a:extLst>
          </p:cNvPr>
          <p:cNvSpPr/>
          <p:nvPr/>
        </p:nvSpPr>
        <p:spPr>
          <a:xfrm>
            <a:off x="9326124" y="2131950"/>
            <a:ext cx="1371600" cy="36896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Cytoscape</a:t>
            </a:r>
            <a:r>
              <a:rPr lang="en-US" sz="1200" dirty="0"/>
              <a:t> View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EC414BC5-9426-5E69-3A7F-DBF9A7474A82}"/>
              </a:ext>
            </a:extLst>
          </p:cNvPr>
          <p:cNvSpPr/>
          <p:nvPr/>
        </p:nvSpPr>
        <p:spPr>
          <a:xfrm>
            <a:off x="6582924" y="1121296"/>
            <a:ext cx="1371600" cy="36896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Pathway JSON (</a:t>
            </a:r>
            <a:r>
              <a:rPr lang="en-US" sz="1200" dirty="0" err="1"/>
              <a:t>cytoscape</a:t>
            </a:r>
            <a:r>
              <a:rPr lang="en-US" sz="1200" dirty="0"/>
              <a:t>)</a:t>
            </a:r>
          </a:p>
        </p:txBody>
      </p:sp>
      <p:cxnSp>
        <p:nvCxnSpPr>
          <p:cNvPr id="12" name="Elbow Connector 11">
            <a:extLst>
              <a:ext uri="{FF2B5EF4-FFF2-40B4-BE49-F238E27FC236}">
                <a16:creationId xmlns:a16="http://schemas.microsoft.com/office/drawing/2014/main" id="{13870188-8C68-A98C-8DC3-24D76D644D45}"/>
              </a:ext>
            </a:extLst>
          </p:cNvPr>
          <p:cNvCxnSpPr>
            <a:stCxn id="7" idx="3"/>
            <a:endCxn id="6" idx="1"/>
          </p:cNvCxnSpPr>
          <p:nvPr/>
        </p:nvCxnSpPr>
        <p:spPr>
          <a:xfrm>
            <a:off x="2740841" y="2220181"/>
            <a:ext cx="2470483" cy="661735"/>
          </a:xfrm>
          <a:prstGeom prst="bentConnector3">
            <a:avLst>
              <a:gd name="adj1" fmla="val 38961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Elbow Connector 13">
            <a:extLst>
              <a:ext uri="{FF2B5EF4-FFF2-40B4-BE49-F238E27FC236}">
                <a16:creationId xmlns:a16="http://schemas.microsoft.com/office/drawing/2014/main" id="{903316AC-F800-7617-7936-CDF82CCBE7B2}"/>
              </a:ext>
            </a:extLst>
          </p:cNvPr>
          <p:cNvCxnSpPr>
            <a:stCxn id="7" idx="3"/>
            <a:endCxn id="8" idx="1"/>
          </p:cNvCxnSpPr>
          <p:nvPr/>
        </p:nvCxnSpPr>
        <p:spPr>
          <a:xfrm flipV="1">
            <a:off x="2740841" y="1305780"/>
            <a:ext cx="1339516" cy="914401"/>
          </a:xfrm>
          <a:prstGeom prst="bentConnector3">
            <a:avLst>
              <a:gd name="adj1" fmla="val 72156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Elbow Connector 16">
            <a:extLst>
              <a:ext uri="{FF2B5EF4-FFF2-40B4-BE49-F238E27FC236}">
                <a16:creationId xmlns:a16="http://schemas.microsoft.com/office/drawing/2014/main" id="{AB22EE02-F0AD-B7F4-1FE7-8E69505A2D8C}"/>
              </a:ext>
            </a:extLst>
          </p:cNvPr>
          <p:cNvCxnSpPr>
            <a:stCxn id="6" idx="3"/>
            <a:endCxn id="9" idx="2"/>
          </p:cNvCxnSpPr>
          <p:nvPr/>
        </p:nvCxnSpPr>
        <p:spPr>
          <a:xfrm flipV="1">
            <a:off x="6582924" y="2500918"/>
            <a:ext cx="3429000" cy="380998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A1422374-A9BF-1663-F1EF-7471734A634A}"/>
              </a:ext>
            </a:extLst>
          </p:cNvPr>
          <p:cNvSpPr txBox="1"/>
          <p:nvPr/>
        </p:nvSpPr>
        <p:spPr>
          <a:xfrm>
            <a:off x="9994355" y="2592886"/>
            <a:ext cx="43954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edit</a:t>
            </a:r>
          </a:p>
        </p:txBody>
      </p:sp>
      <p:cxnSp>
        <p:nvCxnSpPr>
          <p:cNvPr id="20" name="Elbow Connector 19">
            <a:extLst>
              <a:ext uri="{FF2B5EF4-FFF2-40B4-BE49-F238E27FC236}">
                <a16:creationId xmlns:a16="http://schemas.microsoft.com/office/drawing/2014/main" id="{57134746-6D7B-0804-957A-FE959445E4A5}"/>
              </a:ext>
            </a:extLst>
          </p:cNvPr>
          <p:cNvCxnSpPr>
            <a:stCxn id="8" idx="0"/>
            <a:endCxn id="9" idx="0"/>
          </p:cNvCxnSpPr>
          <p:nvPr/>
        </p:nvCxnSpPr>
        <p:spPr>
          <a:xfrm rot="16200000" flipH="1">
            <a:off x="6883713" y="-996260"/>
            <a:ext cx="1010654" cy="5245767"/>
          </a:xfrm>
          <a:prstGeom prst="bentConnector3">
            <a:avLst>
              <a:gd name="adj1" fmla="val -22619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FC2E9004-FDEF-6BCD-2011-C46C19756A01}"/>
              </a:ext>
            </a:extLst>
          </p:cNvPr>
          <p:cNvSpPr txBox="1"/>
          <p:nvPr/>
        </p:nvSpPr>
        <p:spPr>
          <a:xfrm>
            <a:off x="9994355" y="1810835"/>
            <a:ext cx="48269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view</a:t>
            </a:r>
          </a:p>
        </p:txBody>
      </p:sp>
      <p:cxnSp>
        <p:nvCxnSpPr>
          <p:cNvPr id="23" name="Elbow Connector 22">
            <a:extLst>
              <a:ext uri="{FF2B5EF4-FFF2-40B4-BE49-F238E27FC236}">
                <a16:creationId xmlns:a16="http://schemas.microsoft.com/office/drawing/2014/main" id="{89F5B673-0E71-F291-EAA3-446F0BA0E84C}"/>
              </a:ext>
            </a:extLst>
          </p:cNvPr>
          <p:cNvCxnSpPr>
            <a:cxnSpLocks/>
            <a:stCxn id="10" idx="3"/>
            <a:endCxn id="9" idx="0"/>
          </p:cNvCxnSpPr>
          <p:nvPr/>
        </p:nvCxnSpPr>
        <p:spPr>
          <a:xfrm>
            <a:off x="7954524" y="1305780"/>
            <a:ext cx="2057400" cy="826170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C4D13872-2D2A-CCC9-D379-4365E5C4D490}"/>
              </a:ext>
            </a:extLst>
          </p:cNvPr>
          <p:cNvSpPr txBox="1"/>
          <p:nvPr/>
        </p:nvSpPr>
        <p:spPr>
          <a:xfrm>
            <a:off x="8409796" y="1069632"/>
            <a:ext cx="13716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Use </a:t>
            </a:r>
            <a:r>
              <a:rPr lang="en-US" sz="1200" dirty="0" err="1"/>
              <a:t>Cytoscape.js</a:t>
            </a:r>
            <a:r>
              <a:rPr lang="en-US" sz="1200" dirty="0"/>
              <a:t> </a:t>
            </a:r>
            <a:r>
              <a:rPr lang="en-US" sz="1200" dirty="0" err="1"/>
              <a:t>json</a:t>
            </a:r>
            <a:r>
              <a:rPr lang="en-US" sz="1200" dirty="0"/>
              <a:t> if exists</a:t>
            </a:r>
          </a:p>
        </p:txBody>
      </p:sp>
      <p:cxnSp>
        <p:nvCxnSpPr>
          <p:cNvPr id="28" name="Elbow Connector 27">
            <a:extLst>
              <a:ext uri="{FF2B5EF4-FFF2-40B4-BE49-F238E27FC236}">
                <a16:creationId xmlns:a16="http://schemas.microsoft.com/office/drawing/2014/main" id="{DA5E4D47-DC4E-29A4-E63E-BF3FF22907AB}"/>
              </a:ext>
            </a:extLst>
          </p:cNvPr>
          <p:cNvCxnSpPr>
            <a:stCxn id="9" idx="1"/>
            <a:endCxn id="6" idx="0"/>
          </p:cNvCxnSpPr>
          <p:nvPr/>
        </p:nvCxnSpPr>
        <p:spPr>
          <a:xfrm rot="10800000" flipV="1">
            <a:off x="5897124" y="2316434"/>
            <a:ext cx="3429000" cy="380998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DEBA23C1-0C68-EB2E-A40C-B0CF8E47F4E7}"/>
              </a:ext>
            </a:extLst>
          </p:cNvPr>
          <p:cNvSpPr txBox="1"/>
          <p:nvPr/>
        </p:nvSpPr>
        <p:spPr>
          <a:xfrm>
            <a:off x="8692314" y="2035697"/>
            <a:ext cx="65114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upload</a:t>
            </a:r>
          </a:p>
        </p:txBody>
      </p:sp>
      <p:cxnSp>
        <p:nvCxnSpPr>
          <p:cNvPr id="31" name="Elbow Connector 30">
            <a:extLst>
              <a:ext uri="{FF2B5EF4-FFF2-40B4-BE49-F238E27FC236}">
                <a16:creationId xmlns:a16="http://schemas.microsoft.com/office/drawing/2014/main" id="{3C961496-7743-E783-38D0-7A99EB669411}"/>
              </a:ext>
            </a:extLst>
          </p:cNvPr>
          <p:cNvCxnSpPr>
            <a:cxnSpLocks/>
            <a:endCxn id="10" idx="2"/>
          </p:cNvCxnSpPr>
          <p:nvPr/>
        </p:nvCxnSpPr>
        <p:spPr>
          <a:xfrm flipV="1">
            <a:off x="5897123" y="1490264"/>
            <a:ext cx="1371601" cy="822159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7FDB5E9B-20F0-9A10-38C9-5E5CF6B44FF6}"/>
              </a:ext>
            </a:extLst>
          </p:cNvPr>
          <p:cNvSpPr txBox="1"/>
          <p:nvPr/>
        </p:nvSpPr>
        <p:spPr>
          <a:xfrm>
            <a:off x="2831303" y="1963235"/>
            <a:ext cx="62549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import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8D32897B-D817-A57B-A031-9E1C2B6FD571}"/>
              </a:ext>
            </a:extLst>
          </p:cNvPr>
          <p:cNvSpPr/>
          <p:nvPr/>
        </p:nvSpPr>
        <p:spPr>
          <a:xfrm>
            <a:off x="3456795" y="606930"/>
            <a:ext cx="4922847" cy="2719137"/>
          </a:xfrm>
          <a:prstGeom prst="rect">
            <a:avLst/>
          </a:prstGeom>
          <a:solidFill>
            <a:schemeClr val="accent1">
              <a:alpha val="7701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84B50A3C-94B7-1A9E-9219-BB30FD3BFC71}"/>
              </a:ext>
            </a:extLst>
          </p:cNvPr>
          <p:cNvSpPr/>
          <p:nvPr/>
        </p:nvSpPr>
        <p:spPr>
          <a:xfrm>
            <a:off x="8379642" y="603938"/>
            <a:ext cx="2470483" cy="2719137"/>
          </a:xfrm>
          <a:prstGeom prst="rect">
            <a:avLst/>
          </a:prstGeom>
          <a:solidFill>
            <a:schemeClr val="accent1">
              <a:alpha val="7701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F743DE64-0C95-0680-FD21-E50CE219FCE3}"/>
              </a:ext>
            </a:extLst>
          </p:cNvPr>
          <p:cNvSpPr/>
          <p:nvPr/>
        </p:nvSpPr>
        <p:spPr>
          <a:xfrm>
            <a:off x="1203962" y="603938"/>
            <a:ext cx="2249810" cy="2719137"/>
          </a:xfrm>
          <a:prstGeom prst="rect">
            <a:avLst/>
          </a:prstGeom>
          <a:solidFill>
            <a:schemeClr val="accent1">
              <a:alpha val="7701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59DFCC1F-9BBA-93F4-471C-D735FA2B391D}"/>
              </a:ext>
            </a:extLst>
          </p:cNvPr>
          <p:cNvSpPr txBox="1"/>
          <p:nvPr/>
        </p:nvSpPr>
        <p:spPr>
          <a:xfrm>
            <a:off x="4888833" y="3339212"/>
            <a:ext cx="20587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curator-tool </a:t>
            </a:r>
            <a:r>
              <a:rPr lang="en-US" dirty="0" err="1"/>
              <a:t>ws</a:t>
            </a:r>
            <a:r>
              <a:rPr lang="en-US" dirty="0"/>
              <a:t> API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84EBF27C-0FF3-292C-266F-655D8FA7B943}"/>
              </a:ext>
            </a:extLst>
          </p:cNvPr>
          <p:cNvSpPr txBox="1"/>
          <p:nvPr/>
        </p:nvSpPr>
        <p:spPr>
          <a:xfrm>
            <a:off x="8654523" y="3339212"/>
            <a:ext cx="19207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Angular front-end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23DEBB1-54EA-48D7-4594-19E1CC1E0AAD}"/>
              </a:ext>
            </a:extLst>
          </p:cNvPr>
          <p:cNvSpPr txBox="1"/>
          <p:nvPr/>
        </p:nvSpPr>
        <p:spPr>
          <a:xfrm>
            <a:off x="1635344" y="3345346"/>
            <a:ext cx="13870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pre-process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AEB0634-9B04-6AF3-DB58-AC72B5721777}"/>
              </a:ext>
            </a:extLst>
          </p:cNvPr>
          <p:cNvSpPr txBox="1"/>
          <p:nvPr/>
        </p:nvSpPr>
        <p:spPr>
          <a:xfrm>
            <a:off x="5844989" y="1866800"/>
            <a:ext cx="133951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process </a:t>
            </a:r>
            <a:r>
              <a:rPr lang="en-US" sz="1200" dirty="0" err="1"/>
              <a:t>cytoscape.js</a:t>
            </a:r>
            <a:r>
              <a:rPr lang="en-US" sz="1200" dirty="0"/>
              <a:t> </a:t>
            </a:r>
            <a:r>
              <a:rPr lang="en-US" sz="1200" dirty="0" err="1"/>
              <a:t>json</a:t>
            </a:r>
            <a:endParaRPr lang="en-US" sz="12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A1A71FF-5764-B141-C505-B2C8E40E2282}"/>
              </a:ext>
            </a:extLst>
          </p:cNvPr>
          <p:cNvSpPr txBox="1"/>
          <p:nvPr/>
        </p:nvSpPr>
        <p:spPr>
          <a:xfrm>
            <a:off x="1168435" y="4259376"/>
            <a:ext cx="9406807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Cytoscape.json</a:t>
            </a:r>
            <a:r>
              <a:rPr lang="en-US" dirty="0"/>
              <a:t> is used for </a:t>
            </a:r>
            <a:r>
              <a:rPr lang="en-US" dirty="0" err="1"/>
              <a:t>PathwayDiagram</a:t>
            </a:r>
            <a:r>
              <a:rPr lang="en-US" dirty="0"/>
              <a:t> instances only, which are for editing.</a:t>
            </a:r>
          </a:p>
          <a:p>
            <a:r>
              <a:rPr lang="en-US" dirty="0"/>
              <a:t>Pathways should have their diagram </a:t>
            </a:r>
            <a:r>
              <a:rPr lang="en-US" dirty="0" err="1"/>
              <a:t>json</a:t>
            </a:r>
            <a:r>
              <a:rPr lang="en-US" dirty="0"/>
              <a:t> text. If edited, they are converted from </a:t>
            </a:r>
            <a:r>
              <a:rPr lang="en-US" dirty="0" err="1"/>
              <a:t>PathwayDiagram</a:t>
            </a:r>
            <a:r>
              <a:rPr lang="en-US" dirty="0"/>
              <a:t> </a:t>
            </a:r>
            <a:r>
              <a:rPr lang="en-US" dirty="0" err="1"/>
              <a:t>cytoscape.json</a:t>
            </a:r>
            <a:r>
              <a:rPr lang="en-US" dirty="0"/>
              <a:t>. Otherwise, they are originally converted from </a:t>
            </a:r>
            <a:r>
              <a:rPr lang="en-US" dirty="0" err="1"/>
              <a:t>XML@gk_central</a:t>
            </a:r>
            <a:r>
              <a:rPr lang="en-US" dirty="0"/>
              <a:t>. Each </a:t>
            </a:r>
            <a:r>
              <a:rPr lang="en-US" dirty="0" err="1"/>
              <a:t>PathwayDiagram</a:t>
            </a:r>
            <a:r>
              <a:rPr lang="en-US" dirty="0"/>
              <a:t> should have its own diagram JSON converted directly from </a:t>
            </a:r>
            <a:r>
              <a:rPr lang="en-US" dirty="0" err="1"/>
              <a:t>XML@gk_central</a:t>
            </a:r>
            <a:r>
              <a:rPr lang="en-US" dirty="0"/>
              <a:t> too, which are used for editing from scratch. </a:t>
            </a:r>
          </a:p>
        </p:txBody>
      </p:sp>
    </p:spTree>
    <p:extLst>
      <p:ext uri="{BB962C8B-B14F-4D97-AF65-F5344CB8AC3E}">
        <p14:creationId xmlns:p14="http://schemas.microsoft.com/office/powerpoint/2010/main" val="96266390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217</TotalTime>
  <Words>113</Words>
  <Application>Microsoft Macintosh PowerPoint</Application>
  <PresentationFormat>Widescreen</PresentationFormat>
  <Paragraphs>17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Guanming Wu</dc:creator>
  <cp:lastModifiedBy>Guanming Wu</cp:lastModifiedBy>
  <cp:revision>13</cp:revision>
  <dcterms:created xsi:type="dcterms:W3CDTF">2025-10-28T16:53:10Z</dcterms:created>
  <dcterms:modified xsi:type="dcterms:W3CDTF">2026-05-18T23:59:36Z</dcterms:modified>
</cp:coreProperties>
</file>